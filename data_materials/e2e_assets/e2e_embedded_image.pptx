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E2E Asset Image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embeds an OCR image for asset extract verification.</a:t>
            </a:r>
          </a:p>
        </p:txBody>
      </p:sp>
      <p:pic>
        <p:nvPicPr>
          <p:cNvPr id="4" name="Picture 3" descr="ocr_tok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585" y="3550285"/>
            <a:ext cx="411480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表格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E2E Asset Image Sample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WPS_1745638909</cp:lastModifiedBy>
  <cp:revision>2</cp:revision>
  <dcterms:created xsi:type="dcterms:W3CDTF">2026-08-28T10:15:59Z</dcterms:created>
  <dcterms:modified xsi:type="dcterms:W3CDTF">2026-08-28T10:15:59Z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5D72F9E05416FC10DF5F916A89778549_42</vt:lpwstr>
  </property>
  <property fmtid="{D5CDD505-2E9C-101B-9397-08002B2CF9AE}" pid="3" name="KSOProductBuildVer">
    <vt:lpwstr>2052-12.1.26026.26026</vt:lpwstr>
  </property>
</Properties>
</file>